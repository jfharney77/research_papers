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Research Paper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878A"/>
                </a:solidFill>
              </a:rPr>
              <a:t>Word → LaTeX  ·  Build  ·  Review  · 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C4DE"/>
                </a:solidFill>
              </a:rPr>
              <a:t>Upload a .docx — get a conference-ready PDF in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4572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Manually reformatting a Word manuscript into IEEE / NeurIPS / ACM / AAAI LaTeX takes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Copy-paste errors, inconsistent figure refs, and broken BibTeX are the norm.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Authors switch conferences → rebuild the entire LaTeX tree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Reviewing AI-generated academic prose ('this paper proposes…') is ad hoc and subjective.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11064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4748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No standard tool connects upload → structured LaTeX → build → critique in one workflow.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78A"/>
                </a:solidFill>
              </a:rPr>
              <a:t>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029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148840" cy="256032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148840" cy="4114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Upload 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0020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python-docx parses headings,
body, figures,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304" y="2267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78A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2888" y="1097280"/>
            <a:ext cx="2148840" cy="256032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2888" y="1097280"/>
            <a:ext cx="2148840" cy="4114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161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Per-section LaTeX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160020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sections/intro.tex
sections/related.tex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67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78A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456" y="1097280"/>
            <a:ext cx="2148840" cy="256032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1456" y="1097280"/>
            <a:ext cx="2148840" cy="4114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1161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Conference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160020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IEEE · NeurIPS · ACM · AAAI
build.sh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267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78A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24" y="1097280"/>
            <a:ext cx="2148840" cy="256032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50024" y="1097280"/>
            <a:ext cx="2148840" cy="4114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1464" y="1161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Edit &amp; Recompile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160020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Section editor → Recompile
build-log surfaced in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26771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78A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08592" y="1097280"/>
            <a:ext cx="2148840" cy="256032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08592" y="1097280"/>
            <a:ext cx="2148840" cy="4114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1161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Critique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60020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AI-genericness score
de-AI tips per section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Interfaces: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3566160" cy="59436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Web UI (React/Vite)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39" y="4343400"/>
            <a:ext cx="3566160" cy="59436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399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REST API (FastAPI)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8" y="4343400"/>
            <a:ext cx="3566160" cy="59436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38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CLI (Typer)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697480" cy="310896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527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064"/>
                </a:solidFill>
              </a:rPr>
              <a:t>docbuilder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converter · CLI · sandbox
template registry · sections writer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188720"/>
            <a:ext cx="2697480" cy="31089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18872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2527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08B"/>
                </a:solidFill>
              </a:rPr>
              <a:t>docserver
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REST API · auth · CORS
documents/&lt;id&gt;/ workspaces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188720"/>
            <a:ext cx="2697480" cy="3108960"/>
          </a:xfrm>
          <a:prstGeom prst="rect">
            <a:avLst/>
          </a:prstGeom>
          <a:solidFill>
            <a:srgbClr val="6B2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18872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2527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216B"/>
                </a:solidFill>
              </a:rPr>
              <a:t>critic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7830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per-section criticisms
AI-genericness score
pluggable providers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188720"/>
            <a:ext cx="2697480" cy="3108960"/>
          </a:xfrm>
          <a:prstGeom prst="rect">
            <a:avLst/>
          </a:prstGeom>
          <a:solidFill>
            <a:srgbClr val="7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1188720"/>
            <a:ext cx="2697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2527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3A00"/>
                </a:solidFill>
              </a:rPr>
              <a:t>web
(React/Vite)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7830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upload · PDF tab · LaTeX editor
Critic gauges · template dropdown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34840"/>
            <a:ext cx="11338560" cy="64008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988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documents/&lt;id&gt;/   —   per-upload workspace: main.tex · sections/*.tex · references.bib · build-log · manifest.json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78A"/>
                </a:solidFill>
              </a:rPr>
              <a:t>Conversion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5486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783080" cy="2011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1. Parse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F4F4"/>
                </a:solidFill>
              </a:rPr>
              <a:t>.docx
(python-docx)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9696" y="1005840"/>
            <a:ext cx="1783080" cy="2011680"/>
          </a:xfrm>
          <a:prstGeom prst="rect">
            <a:avLst/>
          </a:prstGeom>
          <a:solidFill>
            <a:srgbClr val="00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1136" y="11155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2.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16002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F4F4"/>
                </a:solidFill>
              </a:rPr>
              <a:t>headings →
sections/*.tex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5072" y="1005840"/>
            <a:ext cx="1783080" cy="2011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6512" y="11155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3.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002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F4F4"/>
                </a:solidFill>
              </a:rPr>
              <a:t>figures, captions
BibTeX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1005840"/>
            <a:ext cx="1783080" cy="2011680"/>
          </a:xfrm>
          <a:prstGeom prst="rect">
            <a:avLst/>
          </a:prstGeom>
          <a:solidFill>
            <a:srgbClr val="00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11155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4. Assemble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16002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F4F4"/>
                </a:solidFill>
              </a:rPr>
              <a:t>main.tex with
\input{} directives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005840"/>
            <a:ext cx="1783080" cy="2011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27264" y="11155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5.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16002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F4F4"/>
                </a:solidFill>
              </a:rPr>
              <a:t>per-conference
build.sh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182880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1783080" cy="2011680"/>
          </a:xfrm>
          <a:prstGeom prst="rect">
            <a:avLst/>
          </a:prstGeom>
          <a:solidFill>
            <a:srgbClr val="00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1155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6.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6002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F4F4"/>
                </a:solidFill>
              </a:rPr>
              <a:t>PDF + LaTeX
.zip export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46120"/>
            <a:ext cx="11338560" cy="914400"/>
          </a:xfrm>
          <a:prstGeom prst="rect">
            <a:avLst/>
          </a:prstGeom>
          <a:solidFill>
            <a:srgbClr val="253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246120"/>
            <a:ext cx="109728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375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Build step runs inside the sandbox (src/docbuilder/sandbox.py): no shell-escape, restricted file IO, rlimits, timeout.  Set LATEX_SANDBOX=docker for container isolation.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343400"/>
            <a:ext cx="11338560" cy="822960"/>
          </a:xfrm>
          <a:prstGeom prst="rect">
            <a:avLst/>
          </a:prstGeom>
          <a:solidFill>
            <a:srgbClr val="2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AACC"/>
                </a:solidFill>
              </a:rPr>
              <a:t>References: Word's built-in Citations XML first → heuristic paragraph extraction fallback → valid BibTeX stubs so pdflatex never aborts.  Warnings surfaced in the UI.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Dynamic Template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78A"/>
                </a:solidFill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• Backend registry scans latex/*/ at startup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• Each folder with a build.sh becomes a template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• GET /templates returns the live list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• UI dropdown is driven by that API response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• Adding a new folder → it appears automatically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• No code changes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8A"/>
                </a:solidFill>
              </a:rPr>
              <a:t>Current templates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2920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73152" cy="868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562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IEEE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856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78A"/>
                </a:solidFill>
              </a:rPr>
              <a:t>ieee/build.sh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585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Two-column · 10 pt · Times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834640"/>
            <a:ext cx="502920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834640"/>
            <a:ext cx="73152" cy="868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9077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NeurIPS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9077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78A"/>
                </a:solidFill>
              </a:rPr>
              <a:t>neurips/build.sh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101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Style auto-downloaded yearly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886200"/>
            <a:ext cx="502920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86200"/>
            <a:ext cx="73152" cy="868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9593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ACM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959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78A"/>
                </a:solidFill>
              </a:rPr>
              <a:t>acm/build.sh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61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acmart.cls version-controlled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937760"/>
            <a:ext cx="502920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937760"/>
            <a:ext cx="73152" cy="86868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010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AAAI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010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78A"/>
                </a:solidFill>
              </a:rPr>
              <a:t>aaai/build.sh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4132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Aux files cleaned before build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78A"/>
                </a:solidFill>
              </a:rPr>
              <a:t>Edit · Recompile ·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5029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233172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43891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Section editor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CE8"/>
                </a:solidFill>
              </a:rPr>
              <a:t>Each sections/*.tex file is editable directly in the browser. Changes are saved server-side into the document workspace.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669280" cy="233172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669280" cy="43891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07899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Recompile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CE8"/>
                </a:solidFill>
              </a:rPr>
              <a:t>POST /documents/{id}/build triggers the full pdflatex → bibtex → pdflatex×2 pipeline; the refreshed PDF is streamed back to the viewer.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5669280" cy="233172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520440"/>
            <a:ext cx="5669280" cy="43891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59359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Build-log surfacing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690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CE8"/>
                </a:solidFill>
              </a:rPr>
              <a:t>Raw LaTeX stderr is stored in the workspace and exposed via GET /documents/{id}/log. Errors are highlighted in the UI — no terminal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520440"/>
            <a:ext cx="5669280" cy="2331720"/>
          </a:xfrm>
          <a:prstGeom prst="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5669280" cy="43891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59359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LaTeX .zip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CE8"/>
                </a:solidFill>
              </a:rPr>
              <a:t>GET /documents/{id}/export bundles main.tex, all sections/*.tex, references.bib, and figures into a self-contained archive for offline editing.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Critic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8A"/>
                </a:solidFill>
              </a:rPr>
              <a:t>Per-section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D2D2D"/>
                </a:solidFill>
              </a:rPr>
              <a:t>• 3 targeted criticisms per section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D2D2D"/>
                </a:solidFill>
              </a:rPr>
              <a:t>• AI-genericness score (0–100)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D2D2D"/>
                </a:solidFill>
              </a:rPr>
              <a:t>• Hybrid: heuristics + LLM scoring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D2D2D"/>
                </a:solidFill>
              </a:rPr>
              <a:t>• De-AI rewrite tips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D2D2D"/>
                </a:solidFill>
              </a:rPr>
              <a:t>• Gauge widget in the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43000"/>
            <a:ext cx="5943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234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8A"/>
                </a:solidFill>
              </a:rPr>
              <a:t>Pluggable providers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83080"/>
            <a:ext cx="5577840" cy="841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783080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562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stub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8562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Always returns fixtures — zero cost, works offline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788920"/>
            <a:ext cx="5577840" cy="841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2788920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8620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862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Anthropic Claude API — highest quality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794760"/>
            <a:ext cx="5577840" cy="841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3794760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8679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ollama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867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Local Ollama models — private, no egress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4800600"/>
            <a:ext cx="5577840" cy="841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4800600"/>
            <a:ext cx="73152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8737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cerebras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873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Cerebras gpt-oss-120b — fast inference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D2D2D"/>
                </a:solidFill>
              </a:rPr>
              <a:t>Ad-hoc mode: upload any PDF or DOCX directly to the Critic endpoint — no conversion step required.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78A"/>
                </a:solidFill>
              </a:rPr>
              <a:t>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3200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749039" cy="4937760"/>
          </a:xfrm>
          <a:prstGeom prst="rect">
            <a:avLst/>
          </a:prstGeom>
          <a:solidFill>
            <a:srgbClr val="1A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49039" cy="4572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69848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Sandboxed LaTeX 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18488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src/docbuilder/sandbox.py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58568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76856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No shell-escape (\write18 disabled)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16936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35224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Restricted file I/O (openin_any / openout_any =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75304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593592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rlimits: CPU, memory, file-size caps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33672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251960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Hard timeout per build job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92040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910328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LATEX_SANDBOX=docker for full container isolation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3087" y="1005840"/>
            <a:ext cx="3749039" cy="4937760"/>
          </a:xfrm>
          <a:prstGeom prst="rect">
            <a:avLst/>
          </a:prstGeom>
          <a:solidFill>
            <a:srgbClr val="1A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33087" y="1005840"/>
            <a:ext cx="3749039" cy="4572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815" y="1069848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API authentication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7" y="1600200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5" y="1618488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Bearer token required when DOCSERVER_API_KEY is 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7" y="2258568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5" y="2276856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src/docserver/auth.py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7" y="2916936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5" y="2935224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Returns 401 on missing / invalid key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7" y="3575304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5" y="3593592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Key passed via Authorization header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91854" y="1005840"/>
            <a:ext cx="3749039" cy="4937760"/>
          </a:xfrm>
          <a:prstGeom prst="rect">
            <a:avLst/>
          </a:prstGeom>
          <a:solidFill>
            <a:srgbClr val="1A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1854" y="1005840"/>
            <a:ext cx="3749039" cy="4572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1582" y="1069848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CORS hardening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9014" y="1600200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2" y="1618488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Allowed origins set via DOCSERVER_CORS_ORIGINS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9014" y="2258568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2" y="2276856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Defaults to localhost only in dev mode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9014" y="2916936"/>
            <a:ext cx="54864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2" y="2935224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0"/>
                </a:solidFill>
              </a:rPr>
              <a:t>FastAPI CORSMiddleware with explicit origin 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011680" cy="1463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git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CCFF"/>
                </a:solidFill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5144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1188720"/>
            <a:ext cx="2011680" cy="1463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CCFF"/>
                </a:solidFill>
              </a:rPr>
              <a:t>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576" y="1188720"/>
            <a:ext cx="2011680" cy="1463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Docker
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CCFF"/>
                </a:solidFill>
              </a:rPr>
              <a:t>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75704" y="1188720"/>
            <a:ext cx="2011680" cy="1463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ECR
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CCFF"/>
                </a:solidFill>
              </a:rPr>
              <a:t>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1188720"/>
            <a:ext cx="2011680" cy="146304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ECS Express
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CCFF"/>
                </a:solidFill>
              </a:rPr>
              <a:t>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80360"/>
            <a:ext cx="374903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80360"/>
            <a:ext cx="3749039" cy="4114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9443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Dockerfiles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3832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docker/Dockerfile.backend · docker/Dockerfile.frontend
Multi-stage builds; frontend assets baked into Nginx image.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2880360"/>
            <a:ext cx="374903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59" y="2880360"/>
            <a:ext cx="3749039" cy="4114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7" y="29443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33832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.github/workflows/deploy-aws.yml
OIDC auth (no long-lived AWS keys); builds on push to main.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8" y="2880360"/>
            <a:ext cx="3749039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598" y="2880360"/>
            <a:ext cx="3749039" cy="4114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6" y="29443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AWS ECS Express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8" y="33832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See DEPLOY-AWS.md for full setup.
ECS service + ALB; ECR as the image registry.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78A"/>
                </a:solidFill>
              </a:rPr>
              <a:t>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1148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834640" cy="4846320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30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CC"/>
                </a:solidFill>
              </a:rPr>
              <a:t>[ Upload .docx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8521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Upload .docx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960120"/>
            <a:ext cx="2834640" cy="4846320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3230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CC"/>
                </a:solidFill>
              </a:rPr>
              <a:t>[ PDF viewer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8521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PDF viewer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2834640" cy="4846320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30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CC"/>
                </a:solidFill>
              </a:rPr>
              <a:t>[ LaTeX editor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8521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LaTeX editor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960120"/>
            <a:ext cx="2834640" cy="4846320"/>
          </a:xfrm>
          <a:prstGeom prst="rect">
            <a:avLst/>
          </a:prstGeom>
          <a:solidFill>
            <a:srgbClr val="3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230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CC"/>
                </a:solidFill>
              </a:rPr>
              <a:t>[ Critic gauges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58521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Critic gauges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Roadmap &amp; 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8A"/>
                </a:solidFill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D2D2D"/>
                </a:solidFill>
              </a:rPr>
              <a:t>• Reference extraction: richer BibTeX parsing from Word XML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D2D2D"/>
                </a:solidFill>
              </a:rPr>
              <a:t>• More conference templates (CVPR, EMNLP, VLDB …)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D2D2D"/>
                </a:solidFill>
              </a:rPr>
              <a:t>• Diff view: compare original .docx to generated LaTeX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D2D2D"/>
                </a:solidFill>
              </a:rPr>
              <a:t>• Multi-document workspaces / project folders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D2D2D"/>
                </a:solidFill>
              </a:rPr>
              <a:t>• Live collaborative editing via WebSockets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D2D2D"/>
                </a:solidFill>
              </a:rPr>
              <a:t>• slides2video integration: deck → narrated MP4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669280" cy="4572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78A"/>
                </a:solidFill>
              </a:rP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MANUAL.md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Full user guide + API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87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87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Quick-start &amp; 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455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DEPLOY-AWS.md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145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ECS Express deployment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0390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CRITIQUE_SPEC.md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8039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Critic design &amp; scoring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622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research/apip_sim/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4622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APIP simulation (port 8100)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43600"/>
            <a:ext cx="11612880" cy="658368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Upload a .docx — get a conference-ready PDF in minutes.   python main.py  ·  open http://localhost:5173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